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796605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470844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Inter"/>
              </a:rPr>
              <a:t>PROFESSIONAL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13744"/>
            <a:ext cx="11430000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Inter"/>
              </a:rPr>
              <a:t>Dharunkumar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063305"/>
            <a:ext cx="114300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94A3B8"/>
                </a:solidFill>
                <a:latin typeface="Inter"/>
              </a:rPr>
              <a:t>AI and Automation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2176462"/>
            <a:ext cx="127635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Enterprise Scale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06" y="3309937"/>
            <a:ext cx="4444937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1E3A8A"/>
                </a:solidFill>
                <a:latin typeface="Inter"/>
              </a:rPr>
              <a:t>100+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506" y="4452937"/>
            <a:ext cx="4444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Inter"/>
              </a:rPr>
              <a:t>Production Automations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3456" y="3309937"/>
            <a:ext cx="4444937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1E3A8A"/>
                </a:solidFill>
                <a:latin typeface="Inter"/>
              </a:rPr>
              <a:t>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3456" y="4452937"/>
            <a:ext cx="4444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Inter"/>
              </a:rPr>
              <a:t>SLA Breach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406" y="3309937"/>
            <a:ext cx="4444937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1E3A8A"/>
                </a:solidFill>
                <a:latin typeface="Inter"/>
              </a:rPr>
              <a:t>60K+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406" y="4452937"/>
            <a:ext cx="4444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Inter"/>
              </a:rPr>
              <a:t>Applications Governed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47950"/>
            <a:ext cx="3352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647950"/>
            <a:ext cx="3352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47950"/>
            <a:ext cx="3352800" cy="2390775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05150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10515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05150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Core Technical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638550"/>
            <a:ext cx="3600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Cloud &amp;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67175"/>
            <a:ext cx="2838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Azure, Entra ID (Azure AD), AWS, GCP, Microsoft Graph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638550"/>
            <a:ext cx="3600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Code &amp; Scripting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4067175"/>
            <a:ext cx="2838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PowerShell, Python, C#, .NET, SQL, YAML, Playwright.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638550"/>
            <a:ext cx="36004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AI &amp;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4067175"/>
            <a:ext cx="2838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Power Automate, Azure DevOps, GitHub Copilot, Gen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5181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28862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38487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948112"/>
            <a:ext cx="19050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62000"/>
            <a:ext cx="6667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JAN 2024 –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8225"/>
            <a:ext cx="70008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Accenture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609725"/>
            <a:ext cx="6667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Cloud Tech Support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95525"/>
            <a:ext cx="41243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App Governance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Audited 60K+ enterprise applications for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105150"/>
            <a:ext cx="40005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CI/CD Frameworks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Built reusable PowerShell and Python pipelines.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14775"/>
            <a:ext cx="35052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Tenant Security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Multi-tenant SharePoint access scanning.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5181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518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28862"/>
            <a:ext cx="219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38487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48112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0" y="762000"/>
            <a:ext cx="609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MAR 2021 – JAN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038225"/>
            <a:ext cx="6096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Tata Consultancy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609725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System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2295525"/>
            <a:ext cx="37814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SLA Protection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99% reduction in ServiceNow SLA breaches.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105150"/>
            <a:ext cx="338137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Auto-Tracking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Standalone X.509 certificate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3914775"/>
            <a:ext cx="322897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Data Delivery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Automated secure SQL HTML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0525" y="762000"/>
            <a:ext cx="4738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PROJECT: INFRASTRUCTURE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14775" y="2176462"/>
            <a:ext cx="5725715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sz="12000" b="1" i="0" u="none">
                <a:solidFill>
                  <a:srgbClr val="1E3A8A"/>
                </a:solidFill>
                <a:latin typeface="Inter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3390" y="4005262"/>
            <a:ext cx="746521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Manual RDP capacity checks eliminated.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529137"/>
            <a:ext cx="7143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64748B"/>
                </a:solidFill>
                <a:latin typeface="Inter"/>
              </a:rPr>
              <a:t>Centralized utilization telemetry and automated alerts from 50+ servers ahead of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4800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762000"/>
            <a:ext cx="6477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KEY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8225"/>
            <a:ext cx="680085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AI-Driven Error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14525"/>
            <a:ext cx="5276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Automated Resolution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Analyzes failures and generates suggested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24150"/>
            <a:ext cx="5276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Generative AI Core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Powered by Azure OpenAI small language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33775"/>
            <a:ext cx="52768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Cost Efficient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Known-error caching keeps running costs near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547937"/>
            <a:ext cx="48006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47937"/>
            <a:ext cx="48006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43000" y="4071937"/>
            <a:ext cx="48006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071937"/>
            <a:ext cx="48006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852737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52737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376737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376737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537" y="3024187"/>
            <a:ext cx="2381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312" y="3024187"/>
            <a:ext cx="3333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012" y="4548187"/>
            <a:ext cx="2571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1312" y="4548187"/>
            <a:ext cx="33337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285750" y="1566862"/>
            <a:ext cx="127635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Certifications &amp;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09887"/>
            <a:ext cx="39754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Microsoft Azure Certified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14687"/>
            <a:ext cx="3786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Developer, Security, Admin,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1400" y="2909887"/>
            <a:ext cx="17252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AWS Certified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400" y="3214687"/>
            <a:ext cx="1643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AI Practitioner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33887"/>
            <a:ext cx="25628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GitHub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38687"/>
            <a:ext cx="24407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Reinvention with Agentic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400" y="4433887"/>
            <a:ext cx="380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B.E. Electronics &amp; Comm.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4738687"/>
            <a:ext cx="3619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K. Ramakrishnan College of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4100512"/>
            <a:ext cx="381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212" y="4100512"/>
            <a:ext cx="333375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6728" y="2024062"/>
            <a:ext cx="8338542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Inter"/>
              </a:rPr>
              <a:t>Let's Build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3859" y="2986087"/>
            <a:ext cx="758428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Inter"/>
              </a:rPr>
              <a:t>Open to impactful roles in AI and Enterprise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4633912"/>
            <a:ext cx="2952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Inter"/>
              </a:rPr>
              <a:t>dharunkumarr05@gmail.com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6868" y="4633912"/>
            <a:ext cx="4310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Inter"/>
              </a:rPr>
              <a:t>linkedin.com/in/dharunkumar-r-351546179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Dharunkumar R</dc:creator>
  <cp:keywords/>
  <dcterms:created xsi:type="dcterms:W3CDTF">2013-01-27T09:14:16Z</dcterms:created>
  <dcterms:modified xsi:type="dcterms:W3CDTF">2026-10-15T03:13:22Z</dcterms:modified>
  <cp:category/>
</cp:coreProperties>
</file>